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7"/>
  </p:notesMasterIdLst>
  <p:sldIdLst>
    <p:sldId id="256" r:id="rId4"/>
    <p:sldId id="257" r:id="rId5"/>
    <p:sldId id="258" r:id="rId6"/>
    <p:sldId id="259" r:id="rId8"/>
  </p:sldIdLst>
  <p:sldSz cx="10080625" cy="567055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859" cy="5364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2066" y="0"/>
            <a:ext cx="3275859" cy="5364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2389" y="1336437"/>
            <a:ext cx="6414897" cy="36083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968" y="5145282"/>
            <a:ext cx="6047740" cy="420977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065"/>
            <a:ext cx="3275859" cy="5364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2066" y="10155065"/>
            <a:ext cx="3275859" cy="5364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3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4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文档 1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 panose="020B0604020202090204"/>
              </a:rPr>
              <a:t>Click to edit the title text format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 hasCustomPrompt="1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431800" indent="-323850">
              <a:spcBef>
                <a:spcPts val="106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864235" lvl="1" indent="-323850">
              <a:spcBef>
                <a:spcPts val="85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1296035" lvl="2" indent="-288290">
              <a:spcBef>
                <a:spcPts val="635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1727835" lvl="3" indent="-215900">
              <a:spcBef>
                <a:spcPts val="42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2160270" lvl="4" indent="-215900">
              <a:spcBef>
                <a:spcPts val="21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2592070" lvl="5" indent="-215900">
              <a:spcBef>
                <a:spcPts val="21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3023870" lvl="6" indent="-215900">
              <a:spcBef>
                <a:spcPts val="21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defRPr>
            </a:lvl1pPr>
          </a:lstStyle>
          <a:p>
            <a:pPr indent="0" algn="r">
              <a:buNone/>
            </a:pPr>
            <a:fld id="{6157624F-2477-438B-9695-849320044F9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rPr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文档 1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 panose="020B0604020202090204"/>
              </a:rPr>
              <a:t>Click to edit the title text format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 hasCustomPrompt="1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431800" indent="-323850">
              <a:spcBef>
                <a:spcPts val="106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864235" lvl="1" indent="-323850">
              <a:spcBef>
                <a:spcPts val="85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1296035" lvl="2" indent="-288290">
              <a:spcBef>
                <a:spcPts val="635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1727835" lvl="3" indent="-215900">
              <a:spcBef>
                <a:spcPts val="42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2160270" lvl="4" indent="-215900">
              <a:spcBef>
                <a:spcPts val="21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2592070" lvl="5" indent="-215900">
              <a:spcBef>
                <a:spcPts val="21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3023870" lvl="6" indent="-215900">
              <a:spcBef>
                <a:spcPts val="21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defRPr>
            </a:lvl1pPr>
          </a:lstStyle>
          <a:p>
            <a:pPr indent="0" algn="r">
              <a:buNone/>
            </a:pPr>
            <a:fld id="{FF2A984A-DE4E-4CC6-B6E5-29C8DC229BA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rPr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 panose="020B0604020202090204"/>
              </a:rPr>
              <a:t>Click to edit the title text format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 hasCustomPrompt="1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1800" indent="-323850">
              <a:spcBef>
                <a:spcPts val="106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864235" lvl="1" indent="-323850">
              <a:spcBef>
                <a:spcPts val="85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1296035" lvl="2" indent="-288290">
              <a:spcBef>
                <a:spcPts val="635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1727835" lvl="3" indent="-215900">
              <a:spcBef>
                <a:spcPts val="42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2160270" lvl="4" indent="-215900">
              <a:spcBef>
                <a:spcPts val="21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2592070" lvl="5" indent="-215900">
              <a:spcBef>
                <a:spcPts val="21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  <a:p>
            <a:pPr marL="3023870" lvl="6" indent="-215900">
              <a:spcBef>
                <a:spcPts val="210"/>
              </a:spcBef>
              <a:buClr>
                <a:srgbClr val="77CAEE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 panose="020B0604020202090204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defRPr>
            </a:lvl1pPr>
          </a:lstStyle>
          <a:p>
            <a:pPr indent="0" algn="r">
              <a:buNone/>
            </a:pPr>
            <a:fld id="{5C62DEE4-FA37-4CDE-AB5B-F58B1E8C30A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90204"/>
              </a:rPr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5007207" y="683281"/>
            <a:ext cx="4885939" cy="4790557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75604" tIns="37802" rIns="75604" bIns="37802" numCol="1" anchor="t" anchorCtr="0" compatLnSpc="1"/>
          <a:lstStyle/>
          <a:p>
            <a:pPr lvl="0"/>
            <a:endParaRPr lang="zh-CN" altLang="en-US" sz="1490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93229" y="1387235"/>
            <a:ext cx="5492891" cy="42832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81211" y="1079042"/>
            <a:ext cx="4459101" cy="177986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4465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580161" y="3092541"/>
            <a:ext cx="2382073" cy="479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9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74911" y="1055415"/>
            <a:ext cx="8929253" cy="4052726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645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692518" y="2739719"/>
            <a:ext cx="3284079" cy="2913406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75604" tIns="37802" rIns="75604" bIns="37802" numCol="1" anchor="t" anchorCtr="0" compatLnSpc="1"/>
          <a:lstStyle/>
          <a:p>
            <a:endParaRPr lang="zh-CN" altLang="en-US" sz="1490">
              <a:cs typeface="微软雅黑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2518" y="467378"/>
            <a:ext cx="1760959" cy="894130"/>
          </a:xfrm>
        </p:spPr>
        <p:txBody>
          <a:bodyPr wrap="square" anchor="ctr" anchorCtr="0">
            <a:normAutofit/>
          </a:bodyPr>
          <a:lstStyle>
            <a:lvl1pPr algn="l">
              <a:defRPr sz="397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990736" y="1668128"/>
            <a:ext cx="2940182" cy="399497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955559" y="1964771"/>
            <a:ext cx="2433526" cy="290605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75604" tIns="37802" rIns="75604" bIns="37802" numCol="1" anchor="t" anchorCtr="0" compatLnSpc="1"/>
          <a:lstStyle/>
          <a:p>
            <a:endParaRPr lang="zh-CN" altLang="en-US" sz="1490">
              <a:cs typeface="微软雅黑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719295" y="1281704"/>
            <a:ext cx="3107143" cy="269761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15280" y="2817949"/>
            <a:ext cx="4872302" cy="1456440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364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515280" y="1955320"/>
            <a:ext cx="4872302" cy="793849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397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74911" y="1055415"/>
            <a:ext cx="4402398" cy="4052466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103316" y="1055415"/>
            <a:ext cx="4400848" cy="4052466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74911" y="1055415"/>
            <a:ext cx="4384022" cy="38313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74911" y="1704409"/>
            <a:ext cx="4384022" cy="3413446"/>
          </a:xfrm>
        </p:spPr>
        <p:txBody>
          <a:bodyPr wrap="square">
            <a:normAutofit/>
          </a:bodyPr>
          <a:lstStyle>
            <a:lvl1pPr>
              <a:defRPr sz="182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5103316" y="1055415"/>
            <a:ext cx="4406336" cy="38313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103316" y="1704409"/>
            <a:ext cx="4406336" cy="3413446"/>
          </a:xfrm>
        </p:spPr>
        <p:txBody>
          <a:bodyPr wrap="square">
            <a:normAutofit/>
          </a:bodyPr>
          <a:lstStyle>
            <a:lvl1pPr>
              <a:defRPr sz="182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74911" y="297755"/>
            <a:ext cx="8934742" cy="481012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74911" y="1071662"/>
            <a:ext cx="8934742" cy="47625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985" b="0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5140546" y="706949"/>
            <a:ext cx="4628196" cy="4892675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75604" tIns="37802" rIns="75604" bIns="37802" numCol="1" anchor="t" anchorCtr="0" compatLnSpc="1"/>
          <a:lstStyle/>
          <a:p>
            <a:pPr lvl="0"/>
            <a:endParaRPr lang="zh-CN" altLang="en-US" sz="149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4953157" y="2003098"/>
            <a:ext cx="4479053" cy="36647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74911" y="1079042"/>
            <a:ext cx="4465402" cy="177986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4465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7119441" y="5255675"/>
            <a:ext cx="2268141" cy="30189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580430" y="3093066"/>
            <a:ext cx="2381250" cy="47922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9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4477" y="297755"/>
            <a:ext cx="8929688" cy="595313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74911" y="1061190"/>
            <a:ext cx="8930804" cy="404695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74911" y="5255675"/>
            <a:ext cx="2386273" cy="301894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339207" y="5255675"/>
            <a:ext cx="3402211" cy="30189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119441" y="5255675"/>
            <a:ext cx="2384723" cy="301894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99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9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756285" rtl="0" eaLnBrk="1" latinLnBrk="0" hangingPunct="1">
        <a:lnSpc>
          <a:spcPct val="100000"/>
        </a:lnSpc>
        <a:spcBef>
          <a:spcPct val="0"/>
        </a:spcBef>
        <a:buNone/>
        <a:defRPr sz="2645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latinLnBrk="0" hangingPunct="1">
        <a:lnSpc>
          <a:spcPct val="130000"/>
        </a:lnSpc>
        <a:spcBef>
          <a:spcPts val="825"/>
        </a:spcBef>
        <a:buFont typeface="Arial" panose="020B060402020209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445135" indent="-170815" algn="l" defTabSz="756285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5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60400" indent="-133985" algn="l" defTabSz="756285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52170" indent="-123190" algn="l" defTabSz="756285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32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21080" indent="-104775" algn="l" defTabSz="756285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16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9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9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9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9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71.xml"/><Relationship Id="rId3" Type="http://schemas.openxmlformats.org/officeDocument/2006/relationships/image" Target="../media/image5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844040" y="1826895"/>
            <a:ext cx="6499225" cy="9791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 panose="020B0604020202090204"/>
              </a:rPr>
              <a:t>X-tools </a:t>
            </a:r>
            <a:r>
              <a:rPr lang="zh-CN" sz="3300" b="0" u="none" strike="noStrike">
                <a:solidFill>
                  <a:srgbClr val="DD4100"/>
                </a:solidFill>
                <a:effectLst/>
                <a:uFillTx/>
                <a:latin typeface="Arial" panose="020B0604020202090204"/>
              </a:rPr>
              <a:t>示例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165358"/>
            <a:ext cx="9360000" cy="5073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zh-CN" altLang="en-US" sz="3300" b="0" u="none" strike="noStrike">
                <a:solidFill>
                  <a:srgbClr val="EEEEEE"/>
                </a:solidFill>
                <a:effectLst/>
                <a:uFillTx/>
                <a:latin typeface="Arial" panose="020B0604020202090204"/>
              </a:rPr>
              <a:t>第二页</a:t>
            </a:r>
            <a:r>
              <a:rPr lang="zh-CN" altLang="en-US" sz="3300" b="0" u="none" strike="noStrike">
                <a:solidFill>
                  <a:srgbClr val="EEEEEE"/>
                </a:solidFill>
                <a:effectLst/>
                <a:uFillTx/>
                <a:latin typeface="Arial" panose="020B0604020202090204"/>
              </a:rPr>
              <a:t>标题</a:t>
            </a:r>
            <a:endParaRPr lang="zh-CN" altLang="en-US" sz="3300" b="0" u="none" strike="noStrike">
              <a:solidFill>
                <a:srgbClr val="EEEEEE"/>
              </a:solidFill>
              <a:effectLst/>
              <a:uFillTx/>
              <a:latin typeface="Arial" panose="020B0604020202090204"/>
            </a:endParaRPr>
          </a:p>
        </p:txBody>
      </p:sp>
      <p:graphicFrame>
        <p:nvGraphicFramePr>
          <p:cNvPr id="2" name="内容占位符 1"/>
          <p:cNvGraphicFramePr/>
          <p:nvPr>
            <p:ph/>
          </p:nvPr>
        </p:nvGraphicFramePr>
        <p:xfrm>
          <a:off x="360000" y="1080000"/>
          <a:ext cx="93599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9950"/>
                <a:gridCol w="46799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sd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sd 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sd sdas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sd asdfasdfd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/>
        </p:txBody>
      </p:sp>
      <p:sp>
        <p:nvSpPr>
          <p:cNvPr id="3" name="文本框 2"/>
          <p:cNvSpPr txBox="1"/>
          <p:nvPr/>
        </p:nvSpPr>
        <p:spPr>
          <a:xfrm>
            <a:off x="1295400" y="2488565"/>
            <a:ext cx="336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第一行</a:t>
            </a:r>
            <a:r>
              <a:rPr lang="zh-CN" altLang="en-US"/>
              <a:t>内容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959860" y="3915410"/>
            <a:ext cx="336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第二行</a:t>
            </a:r>
            <a:r>
              <a:rPr lang="zh-CN" altLang="en-US"/>
              <a:t>内容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81025" y="2039620"/>
            <a:ext cx="4458970" cy="819150"/>
          </a:xfrm>
        </p:spPr>
        <p:txBody>
          <a:bodyPr wrap="square">
            <a:normAutofit/>
          </a:bodyPr>
          <a:lstStyle/>
          <a:p>
            <a:r>
              <a:rPr lang="zh-CN" altLang="en-US"/>
              <a:t>文档</a:t>
            </a:r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pic>
        <p:nvPicPr>
          <p:cNvPr id="3" name="图片 2" descr="萝卜头像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0815"/>
            <a:ext cx="1869440" cy="18694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80_1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PRESET_TEXT" val="添加文档标题"/>
  <p:tag name="KSO_WM_UNIT_TEXT_TYPE" val="1"/>
</p:tagLst>
</file>

<file path=ppt/tags/tag70.xml><?xml version="1.0" encoding="utf-8"?>
<p:tagLst xmlns:p="http://schemas.openxmlformats.org/presentationml/2006/main">
  <p:tag name="KSO_WM_UNIT_SUBTYPE" val="b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980_1*f*1"/>
  <p:tag name="KSO_WM_TEMPLATE_CATEGORY" val="custom"/>
  <p:tag name="KSO_WM_TEMPLATE_INDEX" val="20230980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SLIDE_ID" val="custom20230980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980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12567"/>
  <p:tag name="KSO_WM_SLIDE_THEME_NAME" val="紫色业绩汇报办公插画主题模板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15">
      <a:dk1>
        <a:srgbClr val="000000"/>
      </a:dk1>
      <a:lt1>
        <a:srgbClr val="FFFFFF"/>
      </a:lt1>
      <a:dk2>
        <a:srgbClr val="43435B"/>
      </a:dk2>
      <a:lt2>
        <a:srgbClr val="EBE9F7"/>
      </a:lt2>
      <a:accent1>
        <a:srgbClr val="5C52BA"/>
      </a:accent1>
      <a:accent2>
        <a:srgbClr val="7C65A2"/>
      </a:accent2>
      <a:accent3>
        <a:srgbClr val="9C7889"/>
      </a:accent3>
      <a:accent4>
        <a:srgbClr val="BB8A71"/>
      </a:accent4>
      <a:accent5>
        <a:srgbClr val="DB9D58"/>
      </a:accent5>
      <a:accent6>
        <a:srgbClr val="FBB040"/>
      </a:accent6>
      <a:hlink>
        <a:srgbClr val="000000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WPS 表格</Application>
  <PresentationFormat/>
  <Paragraphs>20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汉仪书宋二KW</vt:lpstr>
      <vt:lpstr>汉仪旗黑</vt:lpstr>
      <vt:lpstr>宋体</vt:lpstr>
      <vt:lpstr>Arial Unicode MS</vt:lpstr>
      <vt:lpstr>Calibri</vt:lpstr>
      <vt:lpstr>Helvetica Neue</vt:lpstr>
      <vt:lpstr>DejaVu Sans</vt:lpstr>
      <vt:lpstr>苹方-简</vt:lpstr>
      <vt:lpstr>微软雅黑</vt:lpstr>
      <vt:lpstr>Office</vt:lpstr>
      <vt:lpstr>Office 主题​​</vt:lpstr>
      <vt:lpstr>X-tools 示例</vt:lpstr>
      <vt:lpstr>浏览量</vt:lpstr>
      <vt:lpstr>文档标题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Curve</dc:title>
  <dc:creator/>
  <dc:description>This work is licensed under a Creative Commons 0 License.
It makes use of the works of kka_libo_design@ashisuto.co.jp.</dc:description>
  <cp:lastModifiedBy>yan</cp:lastModifiedBy>
  <cp:revision>6</cp:revision>
  <dcterms:created xsi:type="dcterms:W3CDTF">2026-01-15T04:32:36Z</dcterms:created>
  <dcterms:modified xsi:type="dcterms:W3CDTF">2026-01-15T04:32:36Z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0E1E24C8A2089AB3B8946769A8AFE286_42</vt:lpwstr>
  </property>
  <property fmtid="{D5CDD505-2E9C-101B-9397-08002B2CF9AE}" pid="3" name="KSOProductBuildVer">
    <vt:lpwstr>2052-12.1.24031.24031</vt:lpwstr>
  </property>
</Properties>
</file>